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 standalone="yes"?>
<p:presentation xmlns:a="http://schemas.openxmlformats.org/drawingml/2006/main" xmlns:p="http://schemas.openxmlformats.org/presentationml/2006/main">
  <p:sldIdLst>
    <p:sldId id="256" r:id="rId1"/>
    <p:sldId id="257" r:id="rId2"/>
    <p:sldId id="258" r:id="rId3"/>
  </p:sldIdLst>
</p:presentation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t>Akhil Orbit Player Architecture Overview</a:t>
          </a:p>
        </p:txBody>
      </p:sp>
      <p:sp>
        <p:txBody>
          <a:p>
            <a:t>100% Client-Side Offline Course Player</a:t>
          </a:p>
          <a:p>
            <a:t>Direct Local Folder Reading via File System Access API</a:t>
          </a:p>
          <a:p>
            <a:t>Zero Server Dependencies or Cloud Uploads</a:t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txBody>
          <a:p>
            <a:t>Extensive Document &amp; Media Support</a:t>
          </a:p>
        </p:txBody>
      </p:sp>
      <p:sp>
        <p:txBody>
          <a:p>
            <a:t>Videos (.mp4, .webm) with dynamic VTT subtitles</a:t>
          </a:p>
          <a:p>
            <a:t>Documents (.docx, .pptx, .xlsx, .pdf, .csv)</a:t>
          </a:p>
          <a:p>
            <a:t>Interactive Quizzes (.html) &amp; Web Shortcuts (.url)</a:t>
          </a:p>
          <a:p>
            <a:t>Compressed Archives (.zip) with in-browser tree exploration</a:t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sp>
        <p:txBody>
          <a:p>
            <a:t>Key Takeaways &amp; Best Practices</a:t>
          </a:p>
        </p:txBody>
      </p:sp>
      <p:sp>
        <p:txBody>
          <a:p>
            <a:t>Keep your course folders organized with numerical prefixes</a:t>
          </a:p>
          <a:p>
            <a:t>Take notes in Markdown and export them anytime</a:t>
          </a:p>
          <a:p>
            <a:t>Bookmark important video timestamps for quick review</a:t>
          </a:p>
        </p:txBody>
      </p:sp>
    </p:spTree>
  </p:cSld>
</p:sld>
</file>